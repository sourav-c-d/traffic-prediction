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embeddedFontLst>
    <p:embeddedFont>
      <p:font typeface="Geist SemiBold"/>
      <p:regular r:id="rId201314"/>
    </p:embeddedFont>
    <p:embeddedFont>
      <p:font typeface="Geist Bold"/>
      <p:regular r:id="rId201315"/>
    </p:embeddedFont>
    <p:embeddedFont>
      <p:font typeface="Geist Black"/>
      <p:regular r:id="rId201316"/>
    </p:embeddedFont>
    <p:embeddedFont>
      <p:font typeface="Geist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image" Target="../media/image-2-2.png"/><Relationship Id="rId9" Type="http://schemas.openxmlformats.org/officeDocument/2006/relationships/image" Target="../media/image-2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jpe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3.png"/><Relationship Id="rId6" Type="http://schemas.openxmlformats.org/officeDocument/2006/relationships/image" Target="../media/image-7-4.svg"/><Relationship Id="rId7" Type="http://schemas.openxmlformats.org/officeDocument/2006/relationships/image" Target="../media/image-7-3.png"/><Relationship Id="rId8" Type="http://schemas.openxmlformats.org/officeDocument/2006/relationships/image" Target="../media/image-7-4.svg"/><Relationship Id="rId9" Type="http://schemas.openxmlformats.org/officeDocument/2006/relationships/image" Target="../media/image-7-3.png"/><Relationship Id="rId10" Type="http://schemas.openxmlformats.org/officeDocument/2006/relationships/image" Target="../media/image-7-4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652264"/>
            <a:ext cx="10868745" cy="3668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460394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AI-Based Traffic Prediction Assistant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5501680"/>
            <a:ext cx="10868745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Design Thinking Based AI Ideation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Sourav C D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 |  ECE – C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442" y="1988741"/>
            <a:ext cx="6227408" cy="12454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02189" y="1361579"/>
            <a:ext cx="3534282" cy="5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Problem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8257274" y="2224484"/>
            <a:ext cx="3279197" cy="1050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"Students and staff often waste valuable time in traffic because they cannot accurately predict traffic congestion, travel time, and possible delays before starting their journey."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8002189" y="2086769"/>
            <a:ext cx="19050" cy="1326158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6" name="Text 3"/>
          <p:cNvSpPr/>
          <p:nvPr/>
        </p:nvSpPr>
        <p:spPr>
          <a:xfrm>
            <a:off x="8002189" y="3585170"/>
            <a:ext cx="3534282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Impact Chain</a:t>
            </a:r>
            <a:endParaRPr lang="en-US" sz="16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5271" y="4197499"/>
            <a:ext cx="255085" cy="2550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14209" y="4186833"/>
            <a:ext cx="478599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🚗</a:t>
            </a:r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Traffic Congestion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214209" y="4554934"/>
            <a:ext cx="478599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Unexpected delays derail schedules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5288" y="4197499"/>
            <a:ext cx="255085" cy="2550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44226" y="4186833"/>
            <a:ext cx="478599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Time Uncertainty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744226" y="4554934"/>
            <a:ext cx="478599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Poor journey planning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5271" y="5081935"/>
            <a:ext cx="255085" cy="2550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14209" y="5071269"/>
            <a:ext cx="478599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😓</a:t>
            </a:r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Stress &amp; Anxiety</a:t>
            </a:r>
            <a:endParaRPr lang="en-US" sz="1650" dirty="0"/>
          </a:p>
        </p:txBody>
      </p:sp>
      <p:sp>
        <p:nvSpPr>
          <p:cNvPr id="15" name="Text 9"/>
          <p:cNvSpPr/>
          <p:nvPr/>
        </p:nvSpPr>
        <p:spPr>
          <a:xfrm>
            <a:off x="1214209" y="5439370"/>
            <a:ext cx="478599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Reduced productivity</a:t>
            </a:r>
            <a:endParaRPr lang="en-US" sz="13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5288" y="5081935"/>
            <a:ext cx="255085" cy="2550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744226" y="5071269"/>
            <a:ext cx="4785994" cy="276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Late Arrivals</a:t>
            </a:r>
            <a:endParaRPr lang="en-US" sz="1650" dirty="0"/>
          </a:p>
        </p:txBody>
      </p:sp>
      <p:sp>
        <p:nvSpPr>
          <p:cNvPr id="18" name="Text 11"/>
          <p:cNvSpPr/>
          <p:nvPr/>
        </p:nvSpPr>
        <p:spPr>
          <a:xfrm>
            <a:off x="6744226" y="5439370"/>
            <a:ext cx="4785994" cy="210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Direct academic impact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881261"/>
            <a:ext cx="8694917" cy="17390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801640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1. EMPATHIZE</a:t>
            </a:r>
            <a:pPr algn="l" indent="0" marL="0">
              <a:lnSpc>
                <a:spcPct val="108000"/>
              </a:lnSpc>
              <a:buNone/>
            </a:pPr>
            <a:r>
              <a:rPr lang="en-US" sz="2950" b="1" spc="-6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– Understand the Users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3595390"/>
            <a:ext cx="52499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Primary Users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3977084"/>
            <a:ext cx="2564443" cy="871339"/>
          </a:xfrm>
          <a:prstGeom prst="roundRect">
            <a:avLst>
              <a:gd name="adj" fmla="val 728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5380" y="4140994"/>
            <a:ext cx="223663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🎓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College Students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5380" y="4507607"/>
            <a:ext cx="223663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commuters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46862" y="3977084"/>
            <a:ext cx="2564542" cy="871339"/>
          </a:xfrm>
          <a:prstGeom prst="roundRect">
            <a:avLst>
              <a:gd name="adj" fmla="val 728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10768" y="4140994"/>
            <a:ext cx="223673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👨‍🏫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Staff &amp; Faculty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510768" y="4507607"/>
            <a:ext cx="223673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Regular campus commuters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4969371"/>
            <a:ext cx="2564443" cy="871339"/>
          </a:xfrm>
          <a:prstGeom prst="roundRect">
            <a:avLst>
              <a:gd name="adj" fmla="val 728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5380" y="5133280"/>
            <a:ext cx="223663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🚌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Public Transport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25380" y="5499894"/>
            <a:ext cx="223663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 &amp; transit users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346862" y="4969371"/>
            <a:ext cx="2564542" cy="871339"/>
          </a:xfrm>
          <a:prstGeom prst="roundRect">
            <a:avLst>
              <a:gd name="adj" fmla="val 7289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510768" y="5133280"/>
            <a:ext cx="223673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🏙️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Regular Commuters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510768" y="5499894"/>
            <a:ext cx="223673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Daily route travelers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286640" y="3595390"/>
            <a:ext cx="52499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spc="-3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Common Pain Points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6286640" y="3962003"/>
            <a:ext cx="5249930" cy="1053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Unexpected traffic congestion blocking routes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Uncertain travel time estimates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Difficulty choosing optimal routes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Frequent late arrivals to college</a:t>
            </a:r>
            <a:endParaRPr lang="en-US" sz="1150" dirty="0"/>
          </a:p>
          <a:p>
            <a:pPr algn="l" marL="233680" indent="-233680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Stress and anxiety from unpredictable delays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810"/>
            <a:ext cx="10868745" cy="574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450" b="1" spc="-70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2. DEFINE</a:t>
            </a:r>
            <a:pPr algn="l" indent="0" marL="0">
              <a:lnSpc>
                <a:spcPct val="108000"/>
              </a:lnSpc>
              <a:buNone/>
            </a:pPr>
            <a:r>
              <a:rPr lang="en-US" sz="3450" b="1" spc="-70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– Identify the Core Problem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926581" y="1635820"/>
            <a:ext cx="10603639" cy="444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"Students and staff need a smart system that can predict traffic conditions and travel delays in advance, helping them choose better routes and reach their destination on time."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61475" y="1449884"/>
            <a:ext cx="19050" cy="816570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1061" y="2452390"/>
            <a:ext cx="8029473" cy="36748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234" y="5097774"/>
            <a:ext cx="1507452" cy="60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On-Time Arrival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329432" y="5248781"/>
            <a:ext cx="1507451" cy="30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Better Route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439955" y="5097774"/>
            <a:ext cx="1507452" cy="604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Traffic Prediction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2509178" y="5248781"/>
            <a:ext cx="1507452" cy="302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80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Need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7926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Our Design Objective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476996"/>
            <a:ext cx="114783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Create an AI-powered traffic prediction assistant that can: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935288"/>
            <a:ext cx="378014" cy="3780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2994323"/>
            <a:ext cx="285117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Analyze Traffic Data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3414812"/>
            <a:ext cx="285117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and historical traffic patterns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2935288"/>
            <a:ext cx="378014" cy="378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7383" y="2994323"/>
            <a:ext cx="285117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 Congestion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977383" y="3414812"/>
            <a:ext cx="285117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Forecast traffic bottlenecks before they happen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2935288"/>
            <a:ext cx="378014" cy="3780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79042" y="2994323"/>
            <a:ext cx="285117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Estimate Travel Time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679042" y="3414812"/>
            <a:ext cx="285117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Accurate ETA calculations for any route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284166"/>
            <a:ext cx="378014" cy="3780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75723" y="4343202"/>
            <a:ext cx="2851178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Suggest Alternative Routes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275723" y="5070773"/>
            <a:ext cx="285117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Optimal path recommendations instantly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4284166"/>
            <a:ext cx="378014" cy="3780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977383" y="4343202"/>
            <a:ext cx="285117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Alert Users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4977383" y="4763691"/>
            <a:ext cx="285117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Proactive delay notifications in real-time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27188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3. IDEATE</a:t>
            </a:r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– Generate AI Solutions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619474"/>
            <a:ext cx="1473163" cy="9104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66145"/>
            <a:ext cx="25399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🤖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AI Traffic Prediction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186634"/>
            <a:ext cx="25399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 future traffic using ML models on historical and real-time data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645" y="2619474"/>
            <a:ext cx="1473163" cy="9104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37645" y="3766145"/>
            <a:ext cx="254003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🗺️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Smart Route Recommendation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437645" y="4493716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Suggest optimal routes avoiding congestion using graph algorithms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3915" y="2619474"/>
            <a:ext cx="1473163" cy="910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213915" y="3766145"/>
            <a:ext cx="2540036" cy="61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🌦️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Weather Awareness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213915" y="4493716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Factor weather conditions into traffic predictions for precision accuracy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184" y="2619474"/>
            <a:ext cx="1473163" cy="9104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990184" y="3766145"/>
            <a:ext cx="2540036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📱</a:t>
            </a:r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Mobile Integration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990184" y="4186634"/>
            <a:ext cx="2540036" cy="7369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Real-time app notifications and user-friendly interface for commuters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5473"/>
            <a:ext cx="10868745" cy="460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50" b="1" spc="-5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Proposed AI Solution Architecture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2580382"/>
            <a:ext cx="6943551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Complete System Flow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9419" y="2930227"/>
            <a:ext cx="5207663" cy="19541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37087" y="4328256"/>
            <a:ext cx="785435" cy="31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Calculate ETA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747224" y="4328256"/>
            <a:ext cx="785435" cy="31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Predict Conditions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762741" y="4406935"/>
            <a:ext cx="785435" cy="15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Analysis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778257" y="4328256"/>
            <a:ext cx="785435" cy="314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Collect Traffic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72254" y="4406935"/>
            <a:ext cx="785435" cy="157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950" b="1" spc="-19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User Input</a:t>
            </a:r>
            <a:endParaRPr lang="en-US" sz="9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4610" y="1505148"/>
            <a:ext cx="2684395" cy="40263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7244" y="2027337"/>
            <a:ext cx="3579227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Sample Output</a:t>
            </a:r>
            <a:endParaRPr lang="en-US" sz="13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7244" y="2377182"/>
            <a:ext cx="3579227" cy="81924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94172" y="2537916"/>
            <a:ext cx="318156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Traffic Level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194172" y="2874466"/>
            <a:ext cx="3181568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🔴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HIGH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– Congestion detected on main route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57244" y="3302695"/>
            <a:ext cx="3579227" cy="819249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94172" y="3463429"/>
            <a:ext cx="318156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Estimated Time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8194172" y="3799979"/>
            <a:ext cx="3181568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⏱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55 minutes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via current route</a:t>
            </a:r>
            <a:endParaRPr lang="en-US" sz="11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57244" y="4228207"/>
            <a:ext cx="3579227" cy="81924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94172" y="4388941"/>
            <a:ext cx="318156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Alternative Route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8194172" y="4725491"/>
            <a:ext cx="3181568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🟢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Recommended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– 35 min via alternate route</a:t>
            </a:r>
            <a:endParaRPr lang="en-US" sz="11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57244" y="5153720"/>
            <a:ext cx="3579227" cy="819249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194172" y="5314454"/>
            <a:ext cx="3181568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b="1" spc="-28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Time Saved</a:t>
            </a:r>
            <a:endParaRPr lang="en-US" sz="1350" dirty="0"/>
          </a:p>
        </p:txBody>
      </p:sp>
      <p:sp>
        <p:nvSpPr>
          <p:cNvPr id="23" name="Text 15"/>
          <p:cNvSpPr/>
          <p:nvPr/>
        </p:nvSpPr>
        <p:spPr>
          <a:xfrm>
            <a:off x="8194172" y="5651004"/>
            <a:ext cx="3181568" cy="161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✅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  <a:pPr algn="l"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20 minutes</a:t>
            </a:r>
            <a:pPr algn="l"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saved with smart rerouting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5200"/>
            <a:ext cx="7608102" cy="114121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45320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600" b="1" spc="-52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Benefits &amp; Conclusion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61475" y="2906812"/>
            <a:ext cx="527304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Benefits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475" y="3225998"/>
            <a:ext cx="2590239" cy="743744"/>
          </a:xfrm>
          <a:prstGeom prst="roundRect">
            <a:avLst>
              <a:gd name="adj" fmla="val 74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6430" y="3370957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Saves Travel Time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6430" y="3678535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Avoid congested routes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344283" y="3225998"/>
            <a:ext cx="2590239" cy="743744"/>
          </a:xfrm>
          <a:prstGeom prst="roundRect">
            <a:avLst>
              <a:gd name="adj" fmla="val 74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89238" y="3370957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Reduces Stress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489238" y="3678535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Predictable journey planning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61475" y="4062313"/>
            <a:ext cx="2590239" cy="889992"/>
          </a:xfrm>
          <a:prstGeom prst="roundRect">
            <a:avLst>
              <a:gd name="adj" fmla="val 6244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6430" y="4207272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On-Time Arrivals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6430" y="4514850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Students reach college punctually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344283" y="4062313"/>
            <a:ext cx="2590239" cy="889992"/>
          </a:xfrm>
          <a:prstGeom prst="roundRect">
            <a:avLst>
              <a:gd name="adj" fmla="val 6244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89238" y="4207272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Eco-Friendly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489238" y="4514850"/>
            <a:ext cx="2300329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Reduces unnecessary fuel consumption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61475" y="5044877"/>
            <a:ext cx="2590239" cy="743744"/>
          </a:xfrm>
          <a:prstGeom prst="roundRect">
            <a:avLst>
              <a:gd name="adj" fmla="val 74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6430" y="5189835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Smart Route Selection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06430" y="5497413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Data-driven recommendations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344283" y="5044877"/>
            <a:ext cx="2590239" cy="743744"/>
          </a:xfrm>
          <a:prstGeom prst="roundRect">
            <a:avLst>
              <a:gd name="adj" fmla="val 747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89238" y="5189835"/>
            <a:ext cx="2300329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pPr algn="l" indent="0" marL="0">
              <a:lnSpc>
                <a:spcPct val="108000"/>
              </a:lnSpc>
              <a:buNone/>
            </a:pPr>
            <a:r>
              <a:rPr lang="en-US" sz="1300" b="1" spc="-26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Efficient Planning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3489238" y="5497413"/>
            <a:ext cx="2300329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Optimized travel schedules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461956" y="3001764"/>
            <a:ext cx="5074614" cy="438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0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"Design Thinking helped us understand the real traffic problems faced by students and staff and develop an AI-based solution that provides smarter, faster, and more efficient travel planning."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63523" y="2918420"/>
            <a:ext cx="19050" cy="605433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25" name="Text 22"/>
          <p:cNvSpPr/>
          <p:nvPr/>
        </p:nvSpPr>
        <p:spPr>
          <a:xfrm>
            <a:off x="6263523" y="3628033"/>
            <a:ext cx="5273047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92000"/>
              </a:lnSpc>
              <a:spcAft>
                <a:spcPts val="650"/>
              </a:spcAft>
              <a:buNone/>
            </a:pPr>
            <a:r>
              <a:rPr lang="en-US" sz="1000" b="1" dirty="0">
                <a:solidFill>
                  <a:srgbClr val="00D4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Thank You! </a:t>
            </a:r>
            <a:pPr algn="ctr" indent="0" marL="0">
              <a:lnSpc>
                <a:spcPct val="92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0000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🙏</a:t>
            </a:r>
            <a:endParaRPr lang="en-US" sz="1000" dirty="0"/>
          </a:p>
          <a:p>
            <a:pPr algn="ctr"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Sourav C D  |  ECE-C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2026-09-10T10:10:32Z</dcterms:created>
  <dcterms:modified xsi:type="dcterms:W3CDTF">2026-09-10T10:10:32Z</dcterms:modified>
</cp:coreProperties>
</file>